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720840" cy="3779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  <p:pic>
        <p:nvPicPr>
          <p:cNvPr id="3" name="点云预处理组件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8036" y="421005"/>
            <a:ext cx="4915814" cy="2765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evt="onBegin" delay="0">
                      <p:tgtEl>
                        <p:sldTgt/>
                      </p:tgtEl>
                    </p:cond>
                  </p:stCondLst>
                </p:cTn>
                <p:tgtEl>
                  <p:spTgt spid="3"/>
                </p:tgtEl>
              </p:cMediaNode>
            </p:video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cmd type="call" cmd="playFrom(0)">
                                <p:cBhvr>
                                  <p:cTn id="6" dur="1" fill="hold"/>
                                  <p:tgtEl>
                                    <p:spTgt spid="3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0840" cy="377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
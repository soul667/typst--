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720840" cy="377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8036" y="835533"/>
            <a:ext cx="5376672" cy="2160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1">
                  <p:stCondLst>
                    <p:cond delay="0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
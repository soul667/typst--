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720840" cy="3779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  <p:pic>
        <p:nvPicPr>
          <p:cNvPr id="3" name="点云预处理组件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2084" y="1440000"/>
            <a:ext cx="5376672" cy="216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
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720840" cy="3779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20840" cy="3779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20840" cy="3779520"/>
          </a:xfrm>
          <a:prstGeom prst="rect">
            <a:avLst/>
          </a:prstGeom>
        </p:spPr>
      </p:pic>
      <p:pic>
        <p:nvPicPr>
          <p:cNvPr id="3" name="点云预处理组件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5929" y="835533"/>
            <a:ext cx="3840028" cy="21600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cmd type="call" cmd="playFrom(0)">
                                <p:cBhvr>
                                  <p:cTn id="5" dur="1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20840" cy="3779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
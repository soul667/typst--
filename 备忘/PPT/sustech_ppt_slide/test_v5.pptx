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点云预处理组件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22514" y="1045061"/>
            <a:ext cx="8917576" cy="50169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3" fill="hold" display="0">
                  <p:stCondLst>
                    <p:cond evt="onBegin" delay="0">
                      <p:tgtEl>
                        <p:sldTgt/>
                      </p:tgtEl>
                    </p:cond>
                  </p:stCondLst>
                </p:cTn>
                <p:tgtEl>
                  <p:spTgt spid="3"/>
                </p:tgtEl>
              </p:cMediaNode>
            </p:video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cmd type="call" cmd="playFrom(0)">
                                <p:cBhvr>
                                  <p:cTn id="6" dur="1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